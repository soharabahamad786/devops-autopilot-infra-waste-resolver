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AGENTIC AI TRACK  |  HACKATHON 2026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DevOps Autopilot</a:t>
            </a:r>
          </a:p>
          <a:p>
            <a:pPr>
              <a:defRPr sz="3000" b="1">
                <a:solidFill>
                  <a:srgbClr val="0EA5E9"/>
                </a:solidFill>
              </a:defRPr>
            </a:pPr>
            <a:r>
              <a:t>Autonomous Infra Waste Resolver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intelligent multi-agent AI system that detects cloud waste across Kubernetes &amp; AWS, simulates capacity risk, enforces strict safety policies, and executes risk-governed remediations with interactive Slack ChatOps.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⚡ Core Stack: Python 3.10+, Flask API, SQLAlchemy, Three.js WebGL, Slack Block Kit, OpenAI Function Calling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PROJECT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What is DevOps Autopilot?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 autonomous multi-agent copilot engineered to eliminate cloud overprovisioning safely.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Autonomous SRE Copilot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Continuous 24/7 background telemetry ingestion across K8s and AWS compute.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Identifies idle pods, over-allocated requests, and zombie cloud instances.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Transforms FinOps from manual sprint tickets into an autonomous background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Predictive &amp; Safe by Design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Embeds a What-If Simulator that forecasts post-change utilization before touching any cluster.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Strict safety constitutional gatekeeper enforces namespace filters and change windows.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60-second health sentinel with automated rollback if pod restarts or 5xx spikes occur.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Collaborative ChatOps &amp; UI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Slack ChatOps with `/autopilot` commands for team-wide transparency.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Interactive Block Kit cards allow one-click human-in-the-loop sign-off.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3D WebGL cyber cluster map provides spatial visual awareness of infrastructure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The Multi-Billion Dollar Cloud Waste Epidemic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Enterprises waste 30-45% of allocated cloud spend due to three systemic operational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43F5E"/>
                </a:solidFill>
              </a:defRPr>
            </a:pPr>
            <a:r>
              <a:t>1. Set-and-Forget Overprovisioning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Developers assign generous CPU/RAM requests to avoid latency complaints.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Average Kubernetes cluster runs at only 8-15% actual CPU utilization.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Overprovisioned cores compound as microservice deployments multiply.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Result: Cloud bills skyrocket without delivering reliability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2. Ephemeral &amp; Staging Sprawl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Test namespaces, PR preview pods, and staging environments are left running 24/7.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Zombie EC2 worker instances run continuously handling zero ingress traffic.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Stateless dev services handling 2 req/minute run 5 to 10 full replicas.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Result: Massive idle compute waste across non-production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3. The Remediation Void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Datadog and CloudWatch show charts but cannot execute fixes.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SREs suffer alert fatigue; rightsizing Jira tickets sit neglected for quarters.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Cron scripts lack context and cause catastrophic outages during traffic spikes.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Result: Endless cost observation with zero automated remediation.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Closed-Loop, Risk-Governed FinOps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DevOps Autopilot pairs multi-agent reasoning with pre-execution simulation and human safety 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PROVEN IMPACT:   32.8% ➔ 14.2% Cluster Waste Reduction   |   ₹18,450/month Direct Savings   |   0 Incidents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3291840" cy="3200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1. Agentic Cognitive Flow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Specialized agents divide labor: Observe ➔ Reason ➔ Verify ➔ Execute ➔ Report.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Calculates multi-dimensional waste scores across CPU, RAM, and network traffic.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Synthesizes actionable scale-down and instance stop directives.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08960"/>
            <a:ext cx="3291840" cy="3200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29184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2. Pre-Execution What-If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Simulates post-change utilization before issuing cluster API mutations.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Derives deterministic risk scores (LOW, MEDIUM, HIGH) to safeguard SLOs.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Ensures minimum 35% capacity headroom for burst protection.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3383280" cy="3200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3. Graduated Autonomy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70% of low-risk staging actions execute autonomously with zero SRE friction.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30% of sensitive actions routed to Slack for one-click human authorization.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Safe dry-run preview mode protects teams during initial onboarding.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Robust, Modular, and Enterprise-Ready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Engineered with Python, modern cloud SDKs, ACID persistence, and rich WebGL visuals.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29968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5727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Core Backend &amp; API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Python 3.10+ &amp; Flask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Flask REST API Gateway with CORS support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Multi-Agent sequential handoff orchestrator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Configurable policy engine (change windows, allowlists)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920240"/>
            <a:ext cx="2029968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2103120"/>
            <a:ext cx="15727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Cognitive Reasoning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LLM Function Calling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OpenAI Tool Calling (GPT-4o / GPT-4o-mini)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Structured schema for scale/stop proposals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Fallback to local deterministic rules (0ms latency)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920240"/>
            <a:ext cx="2029968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94376" y="2103120"/>
            <a:ext cx="15727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8B5CF6"/>
                </a:solidFill>
              </a:defRPr>
            </a:pPr>
            <a:r>
              <a:t>Persistence &amp; Audit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SQLAlchemy &amp; SQLite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ACID-compliant relational schema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Resource, OptimizationRun, and Finding models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Referential integrity &amp; indexed audit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2904" y="1920240"/>
            <a:ext cx="2029968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1504" y="2103120"/>
            <a:ext cx="15727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Cloud &amp; Infra Adapters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Kubernetes &amp; AWS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Kubernetes Python Client (CoreV1, AppsV1, Metrics)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AWS Boto3 SDK for EC2 &amp; CloudWatch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High-fidelity synthetic mock mode for demos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00032" y="1920240"/>
            <a:ext cx="2029968" cy="4297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8632" y="2103120"/>
            <a:ext cx="15727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Interfaces &amp; ChatOps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Three.js &amp; Slack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Interactive 3D WebGL Cyber Cluster Visualizer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Vanilla CSS &amp; Responsive HTML5 Dashboard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Slack Block Kit API with cryptographic HMAC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INNOVATION /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What Sets DevOps Autopilot Apart from Traditional FinOps?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Four core architectural innovations that redefine autonomous infrastructure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1. Multi-Agent Role Specialization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Observer, Optimizer, Safety, Executor, and Reporter operate with strict boundaries.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Separation of concerns prevents conflict of interest: the proposing agent CANNOT execute without the Safety Agent's explicit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2. The 'What-If' Capacity Simulator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Mathematically projects post-action utilization BEFORE cluster mutation.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Equation: New Util = Old Util × (Old Replicas / New Replicas).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Categorizes risk into LOW (&lt;65%), MEDIUM (65-80%), and HIGH (&gt;80%).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20640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3. Constitutional Governance Guardrails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Default namespace allowlist (staging, dev, demo) isolates production workloads.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Production changes strictly locked to 02:00-04:00 AM IST maintenance windows.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Single-run blast radius ceiling: max 50% scale-down and max 10 actions/run.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212080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3434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4. Dual-Plane Interaction (3D WebGL + Slack)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Spatial 3D cyber cluster maps workloads as orbital rings with real-time color shifts.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Bidirectional Slack ChatOps empowers SREs to trigger runs and sign off directly in incident channels via interactive buttons.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End-to-End Capabilities of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Comprehensive feature suite designed for autonomous operation and SRE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71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Multi-Metric Waste Scoring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Weighted formula evaluating CPU underutilization (60%), RAM waste (30%), and idle network throughput (10%).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Normalized scalar score (0-100) eliminates guesswork.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28416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71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Pre-Execution Simulation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Calculates post-action headroom before touching deployments.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Rejects any proposal threatening to breach 80% SLO ceiling.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28416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871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Graduated Execution Modes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Default Safe Dry-Run mode previews all actions and INR savings.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Live mode patches K8s Deployments &amp; stops AWS EC2 instances.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3328416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2871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8B5CF6"/>
                </a:solidFill>
              </a:defRPr>
            </a:pPr>
            <a:r>
              <a:t>Interactive 3D Topography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WebGL 3D visualizer maps cluster pods as glowing color-coded spheres.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Hierarchical Waste Heatmap identifies top cost-draining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160520"/>
            <a:ext cx="3328416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43400"/>
            <a:ext cx="2871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Slack ChatOps &amp; HITL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Slash commands `/autopilot run`, `/autopilot status`, `/autopilot explain`.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One-click [Approve &amp; Execute] buttons with HMAC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60520"/>
            <a:ext cx="3328416" cy="20574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343400"/>
            <a:ext cx="2871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43F5E"/>
                </a:solidFill>
              </a:defRPr>
            </a:pPr>
            <a:r>
              <a:t>Immutable Audit Ledger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Records every finding, before/after spec diff, timestamp, and approver.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Full explainability with natural-language agent reasoning traces.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EXECUTIVE SUMMARY  |  HACKATHON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Autonomous FinOps That Engineers Can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542032" cy="1645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2359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CLUSTER WASTE DROP</a:t>
            </a:r>
          </a:p>
          <a:p>
            <a:pPr>
              <a:defRPr sz="2000" b="1">
                <a:solidFill>
                  <a:srgbClr val="06B6D4"/>
                </a:solidFill>
              </a:defRPr>
            </a:pPr>
            <a:r>
              <a:t>32.8% ➔ 14.2%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56% Relative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474720"/>
            <a:ext cx="2542032" cy="1645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611880"/>
            <a:ext cx="2359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MONTHLY RUN-RATE SAVED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₹18,450 / month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₹2,21,400 /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474720"/>
            <a:ext cx="2542032" cy="1645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3611880"/>
            <a:ext cx="2359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AUTONOMOUS ADOPTION</a:t>
            </a:r>
          </a:p>
          <a:p>
            <a:pPr>
              <a:defRPr sz="2000" b="1">
                <a:solidFill>
                  <a:srgbClr val="0EA5E9"/>
                </a:solidFill>
              </a:defRPr>
            </a:pPr>
            <a:r>
              <a:t>70% Auto-Approved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30% Human Sign-Off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474720"/>
            <a:ext cx="2542032" cy="16459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3611880"/>
            <a:ext cx="2359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SLO STABILITY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0 Outages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100% Availability Maintained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🚀 Web Dashboard: http://127.0.0.1:5000  |  PDF Report: /report/pdf  |  PPT Pitch Deck: /report/ppt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